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984902"/>
            <a:ext cx="49149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D2D2D"/>
                </a:solidFill>
              </a:rPr>
              <a:t>Otimização de LCP na Nuvemshop via CSS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162170"/>
            <a:ext cx="491490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A4A4A"/>
                </a:solidFill>
              </a:rPr>
              <a:t>Melhorando a performance visual da Iza Reborn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38" y="1643063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1. CSS Crítico (Priorização)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09130"/>
            <a:ext cx="4143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O que é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900238"/>
            <a:ext cx="4143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Isolar o CSS que estiliza apenas o topo do site (Header e Banner principal).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614613"/>
            <a:ext cx="4143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Como aplicar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905720"/>
            <a:ext cx="4143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Mover as regras do banner para o &lt;head&gt; do HTML, carregando o resto depois.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620095"/>
            <a:ext cx="4143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Impacto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911203"/>
            <a:ext cx="4143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Renderização instantânea da "dobra superior" sem esperar arquivos externos pesados.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1609130"/>
            <a:ext cx="3571875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2. Reserva de Espaço (Aspect Ratio)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09130"/>
            <a:ext cx="3701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O que é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900238"/>
            <a:ext cx="37017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Definir a proporção exata da imagem no CSS antes mesmo dela ser baixada.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614613"/>
            <a:ext cx="3701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Como aplicar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905720"/>
            <a:ext cx="37017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Usar a propriedade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aspect-ratio: 16 / 9;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 no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container do banner principal.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620095"/>
            <a:ext cx="37017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Impacto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911203"/>
            <a:ext cx="37017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Elimina o "salto" de layout (CLS) e ajuda o navegador a priorizar o download da imagem.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404" y="1609130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3. Font Display Swap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09130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O que é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957388"/>
            <a:ext cx="2476481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</a:rPr>
              <a:t>Uma instrução que diz ao navegador para mostrar o texto com uma fonte do sistema enquanto a fonte personalizada carrega.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3333731" y="1609130"/>
            <a:ext cx="2476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Como aplicar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333731" y="1957388"/>
            <a:ext cx="247650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</a:rPr>
              <a:t>Adicionar a propriedade no bloco de declaração da fonte: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3333731" y="2631746"/>
            <a:ext cx="2476509" cy="714375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6"/>
          <p:cNvSpPr/>
          <p:nvPr/>
        </p:nvSpPr>
        <p:spPr>
          <a:xfrm>
            <a:off x="3333731" y="2631746"/>
            <a:ext cx="2476509" cy="71437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@font-face {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 font-display: swap;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5F5F5"/>
                </a:solidFill>
              </a:rPr>
              <a:t> }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095991" y="1609130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Impacto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095991" y="1957388"/>
            <a:ext cx="2476481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4A4A"/>
                </a:solidFill>
              </a:rPr>
              <a:t>O conteúdo textual do LCP aparece sem atraso, eliminando o efeito de "texto invisível" durante o carregamento.</a:t>
            </a:r>
            <a:endParaRPr lang="en-US" sz="115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2D2D"/>
                </a:solidFill>
              </a:rPr>
              <a:t>Como Aplicar na Nuvemshop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09130"/>
            <a:ext cx="285750" cy="39826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01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028700" y="1666280"/>
            <a:ext cx="36610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Acesse o Painel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028700" y="1957388"/>
            <a:ext cx="36610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Vá em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4A4A"/>
                </a:solidFill>
              </a:rPr>
              <a:t>Minha Nuvemshop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 &gt;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4A4A"/>
                </a:solidFill>
              </a:rPr>
              <a:t>Personalizar seu layout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514600"/>
            <a:ext cx="285750" cy="39826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02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1028700" y="2571750"/>
            <a:ext cx="40628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Edição Avançada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028700" y="2862858"/>
            <a:ext cx="40628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Clique em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4A4A"/>
                </a:solidFill>
              </a:rPr>
              <a:t>Edição Avançada de CSS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 para abrir o editor de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código.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634383"/>
            <a:ext cx="285750" cy="39826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03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1028700" y="3691533"/>
            <a:ext cx="40628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2D2D"/>
                </a:solidFill>
              </a:rPr>
              <a:t>Implemente e Salve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028700" y="3982641"/>
            <a:ext cx="406284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Insira as regras de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aspect-ratio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 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font-display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 e salve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A"/>
                </a:solidFill>
              </a:rPr>
              <a:t>as alterações.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708" y="1609130"/>
            <a:ext cx="3571875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2026-01-31T02:43:12Z</dcterms:created>
  <dcterms:modified xsi:type="dcterms:W3CDTF">2026-01-31T02:43:12Z</dcterms:modified>
</cp:coreProperties>
</file>